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5" r:id="rId6"/>
    <p:sldId id="260" r:id="rId7"/>
    <p:sldId id="261" r:id="rId8"/>
    <p:sldId id="263" r:id="rId9"/>
    <p:sldId id="266" r:id="rId10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AA0F2EF-BD03-8241-AFEC-A47491D8BC55}" v="13" dt="2026-05-23T23:08:52.95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6054"/>
    <p:restoredTop sz="94676"/>
  </p:normalViewPr>
  <p:slideViewPr>
    <p:cSldViewPr snapToGrid="0">
      <p:cViewPr varScale="1">
        <p:scale>
          <a:sx n="36" d="100"/>
          <a:sy n="36" d="100"/>
        </p:scale>
        <p:origin x="240" y="25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1B2D575-F21F-46AF-8CA6-CD9C6BA52388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FAA88208-28ED-47E5-A7C9-E306EFDAD046}">
      <dgm:prSet/>
      <dgm:spPr/>
      <dgm:t>
        <a:bodyPr/>
        <a:lstStyle/>
        <a:p>
          <a:r>
            <a:rPr lang="it-IT"/>
            <a:t>Il progetto è stato organizzato in modo modulare suddividendo : </a:t>
          </a:r>
          <a:endParaRPr lang="en-US"/>
        </a:p>
      </dgm:t>
    </dgm:pt>
    <dgm:pt modelId="{46886008-5D3C-4615-B5C0-43960EB91FEC}" type="parTrans" cxnId="{7FA77B6C-12A7-45C1-A8D4-39D483036A83}">
      <dgm:prSet/>
      <dgm:spPr/>
      <dgm:t>
        <a:bodyPr/>
        <a:lstStyle/>
        <a:p>
          <a:endParaRPr lang="en-US"/>
        </a:p>
      </dgm:t>
    </dgm:pt>
    <dgm:pt modelId="{43E5F830-BF4D-4BF0-B991-7BAC6579A7FD}" type="sibTrans" cxnId="{7FA77B6C-12A7-45C1-A8D4-39D483036A83}">
      <dgm:prSet/>
      <dgm:spPr/>
      <dgm:t>
        <a:bodyPr/>
        <a:lstStyle/>
        <a:p>
          <a:endParaRPr lang="en-US"/>
        </a:p>
      </dgm:t>
    </dgm:pt>
    <dgm:pt modelId="{8F2370CD-764A-49B3-8156-306A821B601B}">
      <dgm:prSet/>
      <dgm:spPr/>
      <dgm:t>
        <a:bodyPr/>
        <a:lstStyle/>
        <a:p>
          <a:r>
            <a:rPr lang="it-IT"/>
            <a:t>Implementazione</a:t>
          </a:r>
          <a:endParaRPr lang="en-US"/>
        </a:p>
      </dgm:t>
    </dgm:pt>
    <dgm:pt modelId="{6BEBB466-4864-4F45-8170-3E09CD57D7B8}" type="parTrans" cxnId="{0969DB33-D33A-45A6-B8BE-621D89C684F7}">
      <dgm:prSet/>
      <dgm:spPr/>
      <dgm:t>
        <a:bodyPr/>
        <a:lstStyle/>
        <a:p>
          <a:endParaRPr lang="en-US"/>
        </a:p>
      </dgm:t>
    </dgm:pt>
    <dgm:pt modelId="{24AE12F7-2AD2-4346-B8F8-5879B69CFD6D}" type="sibTrans" cxnId="{0969DB33-D33A-45A6-B8BE-621D89C684F7}">
      <dgm:prSet/>
      <dgm:spPr/>
      <dgm:t>
        <a:bodyPr/>
        <a:lstStyle/>
        <a:p>
          <a:endParaRPr lang="en-US"/>
        </a:p>
      </dgm:t>
    </dgm:pt>
    <dgm:pt modelId="{07D3BC1E-8CD3-4F14-A130-03BFF4D2C0AA}">
      <dgm:prSet/>
      <dgm:spPr/>
      <dgm:t>
        <a:bodyPr/>
        <a:lstStyle/>
        <a:p>
          <a:r>
            <a:rPr lang="it-IT"/>
            <a:t>Modelli</a:t>
          </a:r>
          <a:endParaRPr lang="en-US"/>
        </a:p>
      </dgm:t>
    </dgm:pt>
    <dgm:pt modelId="{DF0C6BFA-07BD-44B1-8954-710597500DF2}" type="parTrans" cxnId="{59D8310A-C10A-4E4D-B4A9-EC76B23E3124}">
      <dgm:prSet/>
      <dgm:spPr/>
      <dgm:t>
        <a:bodyPr/>
        <a:lstStyle/>
        <a:p>
          <a:endParaRPr lang="en-US"/>
        </a:p>
      </dgm:t>
    </dgm:pt>
    <dgm:pt modelId="{34AAE8B1-3AD5-4638-A0C5-30F17146E06A}" type="sibTrans" cxnId="{59D8310A-C10A-4E4D-B4A9-EC76B23E3124}">
      <dgm:prSet/>
      <dgm:spPr/>
      <dgm:t>
        <a:bodyPr/>
        <a:lstStyle/>
        <a:p>
          <a:endParaRPr lang="en-US"/>
        </a:p>
      </dgm:t>
    </dgm:pt>
    <dgm:pt modelId="{44FE196C-228A-467F-A25C-4EE51F42AA4B}">
      <dgm:prSet/>
      <dgm:spPr/>
      <dgm:t>
        <a:bodyPr/>
        <a:lstStyle/>
        <a:p>
          <a:r>
            <a:rPr lang="it-IT"/>
            <a:t>Testing  </a:t>
          </a:r>
          <a:endParaRPr lang="en-US"/>
        </a:p>
      </dgm:t>
    </dgm:pt>
    <dgm:pt modelId="{C7878607-2681-4B9B-B65F-DD8F15341532}" type="parTrans" cxnId="{998D010E-1341-40C3-9AD7-9F01ACFFD7E1}">
      <dgm:prSet/>
      <dgm:spPr/>
      <dgm:t>
        <a:bodyPr/>
        <a:lstStyle/>
        <a:p>
          <a:endParaRPr lang="en-US"/>
        </a:p>
      </dgm:t>
    </dgm:pt>
    <dgm:pt modelId="{FAEFF42A-CCCC-45D2-8D05-CD68E010CDE7}" type="sibTrans" cxnId="{998D010E-1341-40C3-9AD7-9F01ACFFD7E1}">
      <dgm:prSet/>
      <dgm:spPr/>
      <dgm:t>
        <a:bodyPr/>
        <a:lstStyle/>
        <a:p>
          <a:endParaRPr lang="en-US"/>
        </a:p>
      </dgm:t>
    </dgm:pt>
    <dgm:pt modelId="{BB4E4952-43E7-1C43-8467-A0EB4997DA0E}" type="pres">
      <dgm:prSet presAssocID="{E1B2D575-F21F-46AF-8CA6-CD9C6BA52388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65336480-D987-E14D-B272-AB578007C4F4}" type="pres">
      <dgm:prSet presAssocID="{FAA88208-28ED-47E5-A7C9-E306EFDAD046}" presName="hierRoot1" presStyleCnt="0"/>
      <dgm:spPr/>
    </dgm:pt>
    <dgm:pt modelId="{489C8B04-8BAD-1F4B-92DF-389ECB502496}" type="pres">
      <dgm:prSet presAssocID="{FAA88208-28ED-47E5-A7C9-E306EFDAD046}" presName="composite" presStyleCnt="0"/>
      <dgm:spPr/>
    </dgm:pt>
    <dgm:pt modelId="{32DF2AF9-73B6-E349-96DC-0D177D77B3EF}" type="pres">
      <dgm:prSet presAssocID="{FAA88208-28ED-47E5-A7C9-E306EFDAD046}" presName="background" presStyleLbl="node0" presStyleIdx="0" presStyleCnt="1"/>
      <dgm:spPr/>
    </dgm:pt>
    <dgm:pt modelId="{D02063F1-D72E-9446-981C-196DFCAF619A}" type="pres">
      <dgm:prSet presAssocID="{FAA88208-28ED-47E5-A7C9-E306EFDAD046}" presName="text" presStyleLbl="fgAcc0" presStyleIdx="0" presStyleCnt="1">
        <dgm:presLayoutVars>
          <dgm:chPref val="3"/>
        </dgm:presLayoutVars>
      </dgm:prSet>
      <dgm:spPr/>
    </dgm:pt>
    <dgm:pt modelId="{062C7429-F97C-3B4C-8A22-08370813B618}" type="pres">
      <dgm:prSet presAssocID="{FAA88208-28ED-47E5-A7C9-E306EFDAD046}" presName="hierChild2" presStyleCnt="0"/>
      <dgm:spPr/>
    </dgm:pt>
    <dgm:pt modelId="{3BE23FE8-5397-2E4D-88B8-FB1A0F4CBF35}" type="pres">
      <dgm:prSet presAssocID="{6BEBB466-4864-4F45-8170-3E09CD57D7B8}" presName="Name10" presStyleLbl="parChTrans1D2" presStyleIdx="0" presStyleCnt="3"/>
      <dgm:spPr/>
    </dgm:pt>
    <dgm:pt modelId="{D34AB124-981D-E84B-8B5F-40C23F0377E2}" type="pres">
      <dgm:prSet presAssocID="{8F2370CD-764A-49B3-8156-306A821B601B}" presName="hierRoot2" presStyleCnt="0"/>
      <dgm:spPr/>
    </dgm:pt>
    <dgm:pt modelId="{FD8200BB-C274-6D40-BE7E-48CD4F80E93F}" type="pres">
      <dgm:prSet presAssocID="{8F2370CD-764A-49B3-8156-306A821B601B}" presName="composite2" presStyleCnt="0"/>
      <dgm:spPr/>
    </dgm:pt>
    <dgm:pt modelId="{148A5B27-EECC-1F4C-9034-772F616C02EA}" type="pres">
      <dgm:prSet presAssocID="{8F2370CD-764A-49B3-8156-306A821B601B}" presName="background2" presStyleLbl="node2" presStyleIdx="0" presStyleCnt="3"/>
      <dgm:spPr/>
    </dgm:pt>
    <dgm:pt modelId="{918FFF03-67C5-904A-9764-29B1E762C76A}" type="pres">
      <dgm:prSet presAssocID="{8F2370CD-764A-49B3-8156-306A821B601B}" presName="text2" presStyleLbl="fgAcc2" presStyleIdx="0" presStyleCnt="3">
        <dgm:presLayoutVars>
          <dgm:chPref val="3"/>
        </dgm:presLayoutVars>
      </dgm:prSet>
      <dgm:spPr/>
    </dgm:pt>
    <dgm:pt modelId="{6FA8EB1B-00C3-A445-9877-B7CB69E48EBC}" type="pres">
      <dgm:prSet presAssocID="{8F2370CD-764A-49B3-8156-306A821B601B}" presName="hierChild3" presStyleCnt="0"/>
      <dgm:spPr/>
    </dgm:pt>
    <dgm:pt modelId="{515943BD-56A1-0A43-8257-B4116A146208}" type="pres">
      <dgm:prSet presAssocID="{DF0C6BFA-07BD-44B1-8954-710597500DF2}" presName="Name10" presStyleLbl="parChTrans1D2" presStyleIdx="1" presStyleCnt="3"/>
      <dgm:spPr/>
    </dgm:pt>
    <dgm:pt modelId="{728158EC-74F2-6946-8FD6-B72A80ABD2C0}" type="pres">
      <dgm:prSet presAssocID="{07D3BC1E-8CD3-4F14-A130-03BFF4D2C0AA}" presName="hierRoot2" presStyleCnt="0"/>
      <dgm:spPr/>
    </dgm:pt>
    <dgm:pt modelId="{44C76C04-B432-AD4F-BA9D-572E566A145D}" type="pres">
      <dgm:prSet presAssocID="{07D3BC1E-8CD3-4F14-A130-03BFF4D2C0AA}" presName="composite2" presStyleCnt="0"/>
      <dgm:spPr/>
    </dgm:pt>
    <dgm:pt modelId="{9DF6BF51-BF04-6E46-9D33-1D2F8960C417}" type="pres">
      <dgm:prSet presAssocID="{07D3BC1E-8CD3-4F14-A130-03BFF4D2C0AA}" presName="background2" presStyleLbl="node2" presStyleIdx="1" presStyleCnt="3"/>
      <dgm:spPr/>
    </dgm:pt>
    <dgm:pt modelId="{D491261F-A227-9446-A1D0-965A7736B977}" type="pres">
      <dgm:prSet presAssocID="{07D3BC1E-8CD3-4F14-A130-03BFF4D2C0AA}" presName="text2" presStyleLbl="fgAcc2" presStyleIdx="1" presStyleCnt="3">
        <dgm:presLayoutVars>
          <dgm:chPref val="3"/>
        </dgm:presLayoutVars>
      </dgm:prSet>
      <dgm:spPr/>
    </dgm:pt>
    <dgm:pt modelId="{6678C9B5-3B55-8D45-B112-21D149981029}" type="pres">
      <dgm:prSet presAssocID="{07D3BC1E-8CD3-4F14-A130-03BFF4D2C0AA}" presName="hierChild3" presStyleCnt="0"/>
      <dgm:spPr/>
    </dgm:pt>
    <dgm:pt modelId="{59DA3430-AE5B-A349-AF19-6D22D0506A66}" type="pres">
      <dgm:prSet presAssocID="{C7878607-2681-4B9B-B65F-DD8F15341532}" presName="Name10" presStyleLbl="parChTrans1D2" presStyleIdx="2" presStyleCnt="3"/>
      <dgm:spPr/>
    </dgm:pt>
    <dgm:pt modelId="{511282C9-8B60-F04D-8AF1-536B47CBFFEB}" type="pres">
      <dgm:prSet presAssocID="{44FE196C-228A-467F-A25C-4EE51F42AA4B}" presName="hierRoot2" presStyleCnt="0"/>
      <dgm:spPr/>
    </dgm:pt>
    <dgm:pt modelId="{6D8E460C-9AA7-6C4D-995D-4A0AE77C9192}" type="pres">
      <dgm:prSet presAssocID="{44FE196C-228A-467F-A25C-4EE51F42AA4B}" presName="composite2" presStyleCnt="0"/>
      <dgm:spPr/>
    </dgm:pt>
    <dgm:pt modelId="{EC6FC7AB-C138-0342-B8E0-30AD0650512E}" type="pres">
      <dgm:prSet presAssocID="{44FE196C-228A-467F-A25C-4EE51F42AA4B}" presName="background2" presStyleLbl="node2" presStyleIdx="2" presStyleCnt="3"/>
      <dgm:spPr/>
    </dgm:pt>
    <dgm:pt modelId="{4C206539-CB07-2B4D-98EB-C0575465776F}" type="pres">
      <dgm:prSet presAssocID="{44FE196C-228A-467F-A25C-4EE51F42AA4B}" presName="text2" presStyleLbl="fgAcc2" presStyleIdx="2" presStyleCnt="3">
        <dgm:presLayoutVars>
          <dgm:chPref val="3"/>
        </dgm:presLayoutVars>
      </dgm:prSet>
      <dgm:spPr/>
    </dgm:pt>
    <dgm:pt modelId="{44B2D650-35F6-9E42-B39E-A9CA0D774533}" type="pres">
      <dgm:prSet presAssocID="{44FE196C-228A-467F-A25C-4EE51F42AA4B}" presName="hierChild3" presStyleCnt="0"/>
      <dgm:spPr/>
    </dgm:pt>
  </dgm:ptLst>
  <dgm:cxnLst>
    <dgm:cxn modelId="{59D8310A-C10A-4E4D-B4A9-EC76B23E3124}" srcId="{FAA88208-28ED-47E5-A7C9-E306EFDAD046}" destId="{07D3BC1E-8CD3-4F14-A130-03BFF4D2C0AA}" srcOrd="1" destOrd="0" parTransId="{DF0C6BFA-07BD-44B1-8954-710597500DF2}" sibTransId="{34AAE8B1-3AD5-4638-A0C5-30F17146E06A}"/>
    <dgm:cxn modelId="{D09E020D-4FED-754D-B22D-C2AD2AAD4D87}" type="presOf" srcId="{DF0C6BFA-07BD-44B1-8954-710597500DF2}" destId="{515943BD-56A1-0A43-8257-B4116A146208}" srcOrd="0" destOrd="0" presId="urn:microsoft.com/office/officeart/2005/8/layout/hierarchy1"/>
    <dgm:cxn modelId="{998D010E-1341-40C3-9AD7-9F01ACFFD7E1}" srcId="{FAA88208-28ED-47E5-A7C9-E306EFDAD046}" destId="{44FE196C-228A-467F-A25C-4EE51F42AA4B}" srcOrd="2" destOrd="0" parTransId="{C7878607-2681-4B9B-B65F-DD8F15341532}" sibTransId="{FAEFF42A-CCCC-45D2-8D05-CD68E010CDE7}"/>
    <dgm:cxn modelId="{13C7191E-EEAE-6A42-9D62-28D1AC32247A}" type="presOf" srcId="{E1B2D575-F21F-46AF-8CA6-CD9C6BA52388}" destId="{BB4E4952-43E7-1C43-8467-A0EB4997DA0E}" srcOrd="0" destOrd="0" presId="urn:microsoft.com/office/officeart/2005/8/layout/hierarchy1"/>
    <dgm:cxn modelId="{0969DB33-D33A-45A6-B8BE-621D89C684F7}" srcId="{FAA88208-28ED-47E5-A7C9-E306EFDAD046}" destId="{8F2370CD-764A-49B3-8156-306A821B601B}" srcOrd="0" destOrd="0" parTransId="{6BEBB466-4864-4F45-8170-3E09CD57D7B8}" sibTransId="{24AE12F7-2AD2-4346-B8F8-5879B69CFD6D}"/>
    <dgm:cxn modelId="{31D93D53-48E5-074B-96AA-83BEFD1F7EA1}" type="presOf" srcId="{44FE196C-228A-467F-A25C-4EE51F42AA4B}" destId="{4C206539-CB07-2B4D-98EB-C0575465776F}" srcOrd="0" destOrd="0" presId="urn:microsoft.com/office/officeart/2005/8/layout/hierarchy1"/>
    <dgm:cxn modelId="{7FA77B6C-12A7-45C1-A8D4-39D483036A83}" srcId="{E1B2D575-F21F-46AF-8CA6-CD9C6BA52388}" destId="{FAA88208-28ED-47E5-A7C9-E306EFDAD046}" srcOrd="0" destOrd="0" parTransId="{46886008-5D3C-4615-B5C0-43960EB91FEC}" sibTransId="{43E5F830-BF4D-4BF0-B991-7BAC6579A7FD}"/>
    <dgm:cxn modelId="{07466570-7B2B-B840-A2D6-6FAABC9E3876}" type="presOf" srcId="{6BEBB466-4864-4F45-8170-3E09CD57D7B8}" destId="{3BE23FE8-5397-2E4D-88B8-FB1A0F4CBF35}" srcOrd="0" destOrd="0" presId="urn:microsoft.com/office/officeart/2005/8/layout/hierarchy1"/>
    <dgm:cxn modelId="{87F93D7B-8E26-E946-AB1C-43DBEB75B84D}" type="presOf" srcId="{07D3BC1E-8CD3-4F14-A130-03BFF4D2C0AA}" destId="{D491261F-A227-9446-A1D0-965A7736B977}" srcOrd="0" destOrd="0" presId="urn:microsoft.com/office/officeart/2005/8/layout/hierarchy1"/>
    <dgm:cxn modelId="{67CDDCA1-D477-9840-B5E3-0116A0EAE9B8}" type="presOf" srcId="{C7878607-2681-4B9B-B65F-DD8F15341532}" destId="{59DA3430-AE5B-A349-AF19-6D22D0506A66}" srcOrd="0" destOrd="0" presId="urn:microsoft.com/office/officeart/2005/8/layout/hierarchy1"/>
    <dgm:cxn modelId="{4D38E2A7-8C3E-9F47-A4A4-C6833681E3E9}" type="presOf" srcId="{FAA88208-28ED-47E5-A7C9-E306EFDAD046}" destId="{D02063F1-D72E-9446-981C-196DFCAF619A}" srcOrd="0" destOrd="0" presId="urn:microsoft.com/office/officeart/2005/8/layout/hierarchy1"/>
    <dgm:cxn modelId="{7C3E66E2-BC64-0C41-900E-822673A49DA6}" type="presOf" srcId="{8F2370CD-764A-49B3-8156-306A821B601B}" destId="{918FFF03-67C5-904A-9764-29B1E762C76A}" srcOrd="0" destOrd="0" presId="urn:microsoft.com/office/officeart/2005/8/layout/hierarchy1"/>
    <dgm:cxn modelId="{8B08515E-32A6-A040-A9F2-017659798AFF}" type="presParOf" srcId="{BB4E4952-43E7-1C43-8467-A0EB4997DA0E}" destId="{65336480-D987-E14D-B272-AB578007C4F4}" srcOrd="0" destOrd="0" presId="urn:microsoft.com/office/officeart/2005/8/layout/hierarchy1"/>
    <dgm:cxn modelId="{3AB94100-B1B4-BB45-B001-EA88C8401852}" type="presParOf" srcId="{65336480-D987-E14D-B272-AB578007C4F4}" destId="{489C8B04-8BAD-1F4B-92DF-389ECB502496}" srcOrd="0" destOrd="0" presId="urn:microsoft.com/office/officeart/2005/8/layout/hierarchy1"/>
    <dgm:cxn modelId="{03568F11-1DD3-A84C-A81E-FEE157033D7B}" type="presParOf" srcId="{489C8B04-8BAD-1F4B-92DF-389ECB502496}" destId="{32DF2AF9-73B6-E349-96DC-0D177D77B3EF}" srcOrd="0" destOrd="0" presId="urn:microsoft.com/office/officeart/2005/8/layout/hierarchy1"/>
    <dgm:cxn modelId="{88F2077E-C9F0-E044-AAD4-596D771560CD}" type="presParOf" srcId="{489C8B04-8BAD-1F4B-92DF-389ECB502496}" destId="{D02063F1-D72E-9446-981C-196DFCAF619A}" srcOrd="1" destOrd="0" presId="urn:microsoft.com/office/officeart/2005/8/layout/hierarchy1"/>
    <dgm:cxn modelId="{802F3EE3-535C-CA4D-90AE-D291AFC87C54}" type="presParOf" srcId="{65336480-D987-E14D-B272-AB578007C4F4}" destId="{062C7429-F97C-3B4C-8A22-08370813B618}" srcOrd="1" destOrd="0" presId="urn:microsoft.com/office/officeart/2005/8/layout/hierarchy1"/>
    <dgm:cxn modelId="{40B7CFF4-D86F-FC44-80C3-41DA3A191678}" type="presParOf" srcId="{062C7429-F97C-3B4C-8A22-08370813B618}" destId="{3BE23FE8-5397-2E4D-88B8-FB1A0F4CBF35}" srcOrd="0" destOrd="0" presId="urn:microsoft.com/office/officeart/2005/8/layout/hierarchy1"/>
    <dgm:cxn modelId="{713215C1-7EDF-054A-B9BE-FFF5BCC910DF}" type="presParOf" srcId="{062C7429-F97C-3B4C-8A22-08370813B618}" destId="{D34AB124-981D-E84B-8B5F-40C23F0377E2}" srcOrd="1" destOrd="0" presId="urn:microsoft.com/office/officeart/2005/8/layout/hierarchy1"/>
    <dgm:cxn modelId="{8998D6B8-8ADD-4745-AC43-7322D7B4EA80}" type="presParOf" srcId="{D34AB124-981D-E84B-8B5F-40C23F0377E2}" destId="{FD8200BB-C274-6D40-BE7E-48CD4F80E93F}" srcOrd="0" destOrd="0" presId="urn:microsoft.com/office/officeart/2005/8/layout/hierarchy1"/>
    <dgm:cxn modelId="{072221C0-B670-E943-8B6D-C9B22CB1C8D0}" type="presParOf" srcId="{FD8200BB-C274-6D40-BE7E-48CD4F80E93F}" destId="{148A5B27-EECC-1F4C-9034-772F616C02EA}" srcOrd="0" destOrd="0" presId="urn:microsoft.com/office/officeart/2005/8/layout/hierarchy1"/>
    <dgm:cxn modelId="{86FED403-E452-0F45-AEF0-AC3E92231D55}" type="presParOf" srcId="{FD8200BB-C274-6D40-BE7E-48CD4F80E93F}" destId="{918FFF03-67C5-904A-9764-29B1E762C76A}" srcOrd="1" destOrd="0" presId="urn:microsoft.com/office/officeart/2005/8/layout/hierarchy1"/>
    <dgm:cxn modelId="{81CE0186-6BBB-EB4C-B458-2DD931CBF116}" type="presParOf" srcId="{D34AB124-981D-E84B-8B5F-40C23F0377E2}" destId="{6FA8EB1B-00C3-A445-9877-B7CB69E48EBC}" srcOrd="1" destOrd="0" presId="urn:microsoft.com/office/officeart/2005/8/layout/hierarchy1"/>
    <dgm:cxn modelId="{DECA943C-FEA9-7F43-A2A6-1388C65C105C}" type="presParOf" srcId="{062C7429-F97C-3B4C-8A22-08370813B618}" destId="{515943BD-56A1-0A43-8257-B4116A146208}" srcOrd="2" destOrd="0" presId="urn:microsoft.com/office/officeart/2005/8/layout/hierarchy1"/>
    <dgm:cxn modelId="{341FFFDE-E1E1-E542-A565-7F043C08BF41}" type="presParOf" srcId="{062C7429-F97C-3B4C-8A22-08370813B618}" destId="{728158EC-74F2-6946-8FD6-B72A80ABD2C0}" srcOrd="3" destOrd="0" presId="urn:microsoft.com/office/officeart/2005/8/layout/hierarchy1"/>
    <dgm:cxn modelId="{81785C54-6780-AB40-9998-331CDAC2FE02}" type="presParOf" srcId="{728158EC-74F2-6946-8FD6-B72A80ABD2C0}" destId="{44C76C04-B432-AD4F-BA9D-572E566A145D}" srcOrd="0" destOrd="0" presId="urn:microsoft.com/office/officeart/2005/8/layout/hierarchy1"/>
    <dgm:cxn modelId="{48617B64-05DA-6E4E-AAA7-303C40283D8D}" type="presParOf" srcId="{44C76C04-B432-AD4F-BA9D-572E566A145D}" destId="{9DF6BF51-BF04-6E46-9D33-1D2F8960C417}" srcOrd="0" destOrd="0" presId="urn:microsoft.com/office/officeart/2005/8/layout/hierarchy1"/>
    <dgm:cxn modelId="{0A1BDEA3-07B3-BA4A-A29F-BD8A35AEF194}" type="presParOf" srcId="{44C76C04-B432-AD4F-BA9D-572E566A145D}" destId="{D491261F-A227-9446-A1D0-965A7736B977}" srcOrd="1" destOrd="0" presId="urn:microsoft.com/office/officeart/2005/8/layout/hierarchy1"/>
    <dgm:cxn modelId="{18021BA1-473E-0443-8D59-00BA9C3B8296}" type="presParOf" srcId="{728158EC-74F2-6946-8FD6-B72A80ABD2C0}" destId="{6678C9B5-3B55-8D45-B112-21D149981029}" srcOrd="1" destOrd="0" presId="urn:microsoft.com/office/officeart/2005/8/layout/hierarchy1"/>
    <dgm:cxn modelId="{8AF9BB06-AF02-0E43-9B7F-4AA168628E71}" type="presParOf" srcId="{062C7429-F97C-3B4C-8A22-08370813B618}" destId="{59DA3430-AE5B-A349-AF19-6D22D0506A66}" srcOrd="4" destOrd="0" presId="urn:microsoft.com/office/officeart/2005/8/layout/hierarchy1"/>
    <dgm:cxn modelId="{1EB3FFF4-4F11-9740-A761-A50C224DAD3E}" type="presParOf" srcId="{062C7429-F97C-3B4C-8A22-08370813B618}" destId="{511282C9-8B60-F04D-8AF1-536B47CBFFEB}" srcOrd="5" destOrd="0" presId="urn:microsoft.com/office/officeart/2005/8/layout/hierarchy1"/>
    <dgm:cxn modelId="{097F5A19-B56F-9440-AEDB-A468CB9F69F4}" type="presParOf" srcId="{511282C9-8B60-F04D-8AF1-536B47CBFFEB}" destId="{6D8E460C-9AA7-6C4D-995D-4A0AE77C9192}" srcOrd="0" destOrd="0" presId="urn:microsoft.com/office/officeart/2005/8/layout/hierarchy1"/>
    <dgm:cxn modelId="{B3315CEB-2E9B-1E4C-BA70-9CB62F00DDE1}" type="presParOf" srcId="{6D8E460C-9AA7-6C4D-995D-4A0AE77C9192}" destId="{EC6FC7AB-C138-0342-B8E0-30AD0650512E}" srcOrd="0" destOrd="0" presId="urn:microsoft.com/office/officeart/2005/8/layout/hierarchy1"/>
    <dgm:cxn modelId="{65DCAFEE-A31E-324F-947F-190968BF5C9F}" type="presParOf" srcId="{6D8E460C-9AA7-6C4D-995D-4A0AE77C9192}" destId="{4C206539-CB07-2B4D-98EB-C0575465776F}" srcOrd="1" destOrd="0" presId="urn:microsoft.com/office/officeart/2005/8/layout/hierarchy1"/>
    <dgm:cxn modelId="{B72BC962-131A-3D4D-8ABB-1765D7A37A38}" type="presParOf" srcId="{511282C9-8B60-F04D-8AF1-536B47CBFFEB}" destId="{44B2D650-35F6-9E42-B39E-A9CA0D774533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9DA3430-AE5B-A349-AF19-6D22D0506A66}">
      <dsp:nvSpPr>
        <dsp:cNvPr id="0" name=""/>
        <dsp:cNvSpPr/>
      </dsp:nvSpPr>
      <dsp:spPr>
        <a:xfrm>
          <a:off x="2832961" y="1616494"/>
          <a:ext cx="2010488" cy="47840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26018"/>
              </a:lnTo>
              <a:lnTo>
                <a:pt x="2010488" y="326018"/>
              </a:lnTo>
              <a:lnTo>
                <a:pt x="2010488" y="478404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15943BD-56A1-0A43-8257-B4116A146208}">
      <dsp:nvSpPr>
        <dsp:cNvPr id="0" name=""/>
        <dsp:cNvSpPr/>
      </dsp:nvSpPr>
      <dsp:spPr>
        <a:xfrm>
          <a:off x="2787241" y="1616494"/>
          <a:ext cx="91440" cy="478404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478404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BE23FE8-5397-2E4D-88B8-FB1A0F4CBF35}">
      <dsp:nvSpPr>
        <dsp:cNvPr id="0" name=""/>
        <dsp:cNvSpPr/>
      </dsp:nvSpPr>
      <dsp:spPr>
        <a:xfrm>
          <a:off x="822472" y="1616494"/>
          <a:ext cx="2010488" cy="478404"/>
        </a:xfrm>
        <a:custGeom>
          <a:avLst/>
          <a:gdLst/>
          <a:ahLst/>
          <a:cxnLst/>
          <a:rect l="0" t="0" r="0" b="0"/>
          <a:pathLst>
            <a:path>
              <a:moveTo>
                <a:pt x="2010488" y="0"/>
              </a:moveTo>
              <a:lnTo>
                <a:pt x="2010488" y="326018"/>
              </a:lnTo>
              <a:lnTo>
                <a:pt x="0" y="326018"/>
              </a:lnTo>
              <a:lnTo>
                <a:pt x="0" y="478404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2DF2AF9-73B6-E349-96DC-0D177D77B3EF}">
      <dsp:nvSpPr>
        <dsp:cNvPr id="0" name=""/>
        <dsp:cNvSpPr/>
      </dsp:nvSpPr>
      <dsp:spPr>
        <a:xfrm>
          <a:off x="2010488" y="571954"/>
          <a:ext cx="1644945" cy="104454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02063F1-D72E-9446-981C-196DFCAF619A}">
      <dsp:nvSpPr>
        <dsp:cNvPr id="0" name=""/>
        <dsp:cNvSpPr/>
      </dsp:nvSpPr>
      <dsp:spPr>
        <a:xfrm>
          <a:off x="2193260" y="745587"/>
          <a:ext cx="1644945" cy="104454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500" kern="1200"/>
            <a:t>Il progetto è stato organizzato in modo modulare suddividendo : </a:t>
          </a:r>
          <a:endParaRPr lang="en-US" sz="1500" kern="1200"/>
        </a:p>
      </dsp:txBody>
      <dsp:txXfrm>
        <a:off x="2223854" y="776181"/>
        <a:ext cx="1583757" cy="983352"/>
      </dsp:txXfrm>
    </dsp:sp>
    <dsp:sp modelId="{148A5B27-EECC-1F4C-9034-772F616C02EA}">
      <dsp:nvSpPr>
        <dsp:cNvPr id="0" name=""/>
        <dsp:cNvSpPr/>
      </dsp:nvSpPr>
      <dsp:spPr>
        <a:xfrm>
          <a:off x="0" y="2094899"/>
          <a:ext cx="1644945" cy="1044540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18FFF03-67C5-904A-9764-29B1E762C76A}">
      <dsp:nvSpPr>
        <dsp:cNvPr id="0" name=""/>
        <dsp:cNvSpPr/>
      </dsp:nvSpPr>
      <dsp:spPr>
        <a:xfrm>
          <a:off x="182771" y="2268532"/>
          <a:ext cx="1644945" cy="104454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500" kern="1200"/>
            <a:t>Implementazione</a:t>
          </a:r>
          <a:endParaRPr lang="en-US" sz="1500" kern="1200"/>
        </a:p>
      </dsp:txBody>
      <dsp:txXfrm>
        <a:off x="213365" y="2299126"/>
        <a:ext cx="1583757" cy="983352"/>
      </dsp:txXfrm>
    </dsp:sp>
    <dsp:sp modelId="{9DF6BF51-BF04-6E46-9D33-1D2F8960C417}">
      <dsp:nvSpPr>
        <dsp:cNvPr id="0" name=""/>
        <dsp:cNvSpPr/>
      </dsp:nvSpPr>
      <dsp:spPr>
        <a:xfrm>
          <a:off x="2010488" y="2094899"/>
          <a:ext cx="1644945" cy="1044540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491261F-A227-9446-A1D0-965A7736B977}">
      <dsp:nvSpPr>
        <dsp:cNvPr id="0" name=""/>
        <dsp:cNvSpPr/>
      </dsp:nvSpPr>
      <dsp:spPr>
        <a:xfrm>
          <a:off x="2193260" y="2268532"/>
          <a:ext cx="1644945" cy="104454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500" kern="1200"/>
            <a:t>Modelli</a:t>
          </a:r>
          <a:endParaRPr lang="en-US" sz="1500" kern="1200"/>
        </a:p>
      </dsp:txBody>
      <dsp:txXfrm>
        <a:off x="2223854" y="2299126"/>
        <a:ext cx="1583757" cy="983352"/>
      </dsp:txXfrm>
    </dsp:sp>
    <dsp:sp modelId="{EC6FC7AB-C138-0342-B8E0-30AD0650512E}">
      <dsp:nvSpPr>
        <dsp:cNvPr id="0" name=""/>
        <dsp:cNvSpPr/>
      </dsp:nvSpPr>
      <dsp:spPr>
        <a:xfrm>
          <a:off x="4020977" y="2094899"/>
          <a:ext cx="1644945" cy="1044540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C206539-CB07-2B4D-98EB-C0575465776F}">
      <dsp:nvSpPr>
        <dsp:cNvPr id="0" name=""/>
        <dsp:cNvSpPr/>
      </dsp:nvSpPr>
      <dsp:spPr>
        <a:xfrm>
          <a:off x="4203748" y="2268532"/>
          <a:ext cx="1644945" cy="104454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500" kern="1200"/>
            <a:t>Testing  </a:t>
          </a:r>
          <a:endParaRPr lang="en-US" sz="1500" kern="1200"/>
        </a:p>
      </dsp:txBody>
      <dsp:txXfrm>
        <a:off x="4234342" y="2299126"/>
        <a:ext cx="1583757" cy="98335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6/18/26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70601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6/18/26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19203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6/18/26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03720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088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6/18/26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92827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6/18/26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33045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6/18/26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87549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6/18/26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01736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6/18/26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64999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6/18/26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89493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6/18/26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8763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6/18/26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88843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E31BA835-12AC-4E8F-955A-EA3F4DE2791F}" type="datetime1">
              <a:rPr lang="en-US" smtClean="0"/>
              <a:t>6/18/26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‹N›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523800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0" r:id="rId2"/>
    <p:sldLayoutId id="2147483669" r:id="rId3"/>
    <p:sldLayoutId id="2147483668" r:id="rId4"/>
    <p:sldLayoutId id="2147483667" r:id="rId5"/>
    <p:sldLayoutId id="2147483666" r:id="rId6"/>
    <p:sldLayoutId id="2147483665" r:id="rId7"/>
    <p:sldLayoutId id="2147483664" r:id="rId8"/>
    <p:sldLayoutId id="2147483663" r:id="rId9"/>
    <p:sldLayoutId id="2147483662" r:id="rId10"/>
    <p:sldLayoutId id="2147483661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11">
            <a:extLst>
              <a:ext uri="{FF2B5EF4-FFF2-40B4-BE49-F238E27FC236}">
                <a16:creationId xmlns:a16="http://schemas.microsoft.com/office/drawing/2014/main" id="{60E52DF2-6802-459B-AC2A-AF976DEB1D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6E5C8F38-C270-0AD0-7EDB-EFF54C653C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448086" y="723900"/>
            <a:ext cx="3947532" cy="1423541"/>
          </a:xfrm>
        </p:spPr>
        <p:txBody>
          <a:bodyPr anchor="t">
            <a:normAutofit/>
          </a:bodyPr>
          <a:lstStyle/>
          <a:p>
            <a:r>
              <a:rPr lang="it-IT" sz="4800" b="1">
                <a:latin typeface="Angsana New" panose="02020603050405020304" pitchFamily="18" charset="-34"/>
                <a:cs typeface="Angsana New" panose="02020603050405020304" pitchFamily="18" charset="-34"/>
              </a:rPr>
              <a:t>SMART SALARY</a:t>
            </a:r>
          </a:p>
        </p:txBody>
      </p:sp>
      <p:pic>
        <p:nvPicPr>
          <p:cNvPr id="11" name="Picture 1">
            <a:extLst>
              <a:ext uri="{FF2B5EF4-FFF2-40B4-BE49-F238E27FC236}">
                <a16:creationId xmlns:a16="http://schemas.microsoft.com/office/drawing/2014/main" id="{4F44138B-86F0-99D0-7704-53AF73D06D8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9940"/>
          <a:stretch>
            <a:fillRect/>
          </a:stretch>
        </p:blipFill>
        <p:spPr>
          <a:xfrm>
            <a:off x="-2687781" y="5"/>
            <a:ext cx="8589818" cy="6857995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115300" y="723900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olo 6">
            <a:extLst>
              <a:ext uri="{FF2B5EF4-FFF2-40B4-BE49-F238E27FC236}">
                <a16:creationId xmlns:a16="http://schemas.microsoft.com/office/drawing/2014/main" id="{E3AECA53-F66B-2B41-2804-7C72D77C2B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02037" y="1447801"/>
            <a:ext cx="6844145" cy="1496954"/>
          </a:xfrm>
        </p:spPr>
        <p:txBody>
          <a:bodyPr>
            <a:normAutofit/>
          </a:bodyPr>
          <a:lstStyle/>
          <a:p>
            <a:r>
              <a:rPr lang="it-IT" sz="1800">
                <a:latin typeface="Bodoni 72 Book" pitchFamily="2" charset="0"/>
              </a:rPr>
              <a:t>Sistema di gestione intelligente dello stipendio</a:t>
            </a: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A3544001-F9ED-91E3-2DD7-F78BB344D39E}"/>
              </a:ext>
            </a:extLst>
          </p:cNvPr>
          <p:cNvSpPr txBox="1"/>
          <p:nvPr/>
        </p:nvSpPr>
        <p:spPr>
          <a:xfrm>
            <a:off x="5642610" y="5271499"/>
            <a:ext cx="658368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dirty="0"/>
              <a:t>DJOUAKA PAZEU FRANK LOIC</a:t>
            </a:r>
          </a:p>
          <a:p>
            <a:r>
              <a:rPr lang="it-IT" sz="2000" dirty="0"/>
              <a:t>CORSO DI INGEGNERIA DEL SOFTWARE E PROGRAMMAZIONE</a:t>
            </a:r>
          </a:p>
          <a:p>
            <a:r>
              <a:rPr lang="it-IT" sz="2000" dirty="0"/>
              <a:t>2025/2026</a:t>
            </a:r>
          </a:p>
        </p:txBody>
      </p:sp>
    </p:spTree>
    <p:extLst>
      <p:ext uri="{BB962C8B-B14F-4D97-AF65-F5344CB8AC3E}">
        <p14:creationId xmlns:p14="http://schemas.microsoft.com/office/powerpoint/2010/main" val="15022047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7ECBC636-3EAB-D112-001C-57753654BD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4749" y="909638"/>
            <a:ext cx="5201121" cy="1318062"/>
          </a:xfrm>
        </p:spPr>
        <p:txBody>
          <a:bodyPr>
            <a:normAutofit/>
          </a:bodyPr>
          <a:lstStyle/>
          <a:p>
            <a:r>
              <a:rPr lang="it-IT">
                <a:latin typeface="Angsana New" panose="02020603050405020304" pitchFamily="18" charset="-34"/>
                <a:cs typeface="Angsana New" panose="02020603050405020304" pitchFamily="18" charset="-34"/>
              </a:rPr>
              <a:t>                         PROBLEMA E OBIETTIVO</a:t>
            </a:r>
          </a:p>
        </p:txBody>
      </p:sp>
      <p:pic>
        <p:nvPicPr>
          <p:cNvPr id="5" name="Picture 4" descr="Scrivania con oggetti per la produttività">
            <a:extLst>
              <a:ext uri="{FF2B5EF4-FFF2-40B4-BE49-F238E27FC236}">
                <a16:creationId xmlns:a16="http://schemas.microsoft.com/office/drawing/2014/main" id="{41119BEC-DC90-32AF-42BB-F3921590783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9949" r="14700" b="-1"/>
          <a:stretch>
            <a:fillRect/>
          </a:stretch>
        </p:blipFill>
        <p:spPr>
          <a:xfrm>
            <a:off x="20" y="10"/>
            <a:ext cx="5686740" cy="6857990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2E57F3D-33BE-4306-87E6-2457637195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422739" y="722376"/>
            <a:ext cx="16002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F7506E3-6F4B-BA58-EA48-7466255DD5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0838" y="2227700"/>
            <a:ext cx="5201121" cy="3941063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it-IT" dirty="0"/>
              <a:t> Molte persone hanno </a:t>
            </a:r>
            <a:r>
              <a:rPr lang="it-IT" dirty="0" err="1"/>
              <a:t>diffilcoltà</a:t>
            </a:r>
            <a:r>
              <a:rPr lang="it-IT" dirty="0"/>
              <a:t> nel gestire correttamente il proprio stipendio mensile.</a:t>
            </a:r>
          </a:p>
          <a:p>
            <a:pPr marL="0" indent="0">
              <a:buNone/>
            </a:pPr>
            <a:r>
              <a:rPr lang="it-IT" dirty="0"/>
              <a:t>Il progetto SMART_SALARY nasce con l’obbiettivo di aiutare l’utente a :</a:t>
            </a:r>
          </a:p>
          <a:p>
            <a:pPr>
              <a:buFontTx/>
              <a:buChar char="-"/>
            </a:pPr>
            <a:r>
              <a:rPr lang="it-IT" dirty="0"/>
              <a:t>Creare un budget mensile </a:t>
            </a:r>
          </a:p>
          <a:p>
            <a:pPr>
              <a:buFontTx/>
              <a:buChar char="-"/>
            </a:pPr>
            <a:r>
              <a:rPr lang="it-IT" dirty="0"/>
              <a:t>Suddividere automaticamente il </a:t>
            </a:r>
            <a:r>
              <a:rPr lang="it-IT" dirty="0" err="1"/>
              <a:t>redditto</a:t>
            </a:r>
            <a:r>
              <a:rPr lang="it-IT" dirty="0"/>
              <a:t> in categorie </a:t>
            </a:r>
          </a:p>
          <a:p>
            <a:pPr>
              <a:buFontTx/>
              <a:buChar char="-"/>
            </a:pPr>
            <a:r>
              <a:rPr lang="it-IT" dirty="0"/>
              <a:t>Registrare le spese </a:t>
            </a:r>
          </a:p>
          <a:p>
            <a:pPr>
              <a:buFontTx/>
              <a:buChar char="-"/>
            </a:pPr>
            <a:r>
              <a:rPr lang="it-IT" dirty="0"/>
              <a:t>Monitorare il saldo disponibile</a:t>
            </a:r>
          </a:p>
          <a:p>
            <a:pPr>
              <a:buFontTx/>
              <a:buChar char="-"/>
            </a:pPr>
            <a:r>
              <a:rPr lang="it-IT" dirty="0"/>
              <a:t>Generare un report finale </a:t>
            </a:r>
          </a:p>
          <a:p>
            <a:pPr>
              <a:buFontTx/>
              <a:buChar char="-"/>
            </a:pP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4065189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" name="Rectangle 8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41ECEF77-D452-6405-9312-6C6BCA50D6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96186" y="909637"/>
            <a:ext cx="4800600" cy="1307592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it-IT">
                <a:latin typeface="Angsana New" panose="02020603050405020304" pitchFamily="18" charset="-34"/>
                <a:cs typeface="Angsana New" panose="02020603050405020304" pitchFamily="18" charset="-34"/>
              </a:rPr>
              <a:t>                               REQUISITI PRINCIPALI</a:t>
            </a:r>
          </a:p>
        </p:txBody>
      </p:sp>
      <p:pic>
        <p:nvPicPr>
          <p:cNvPr id="7" name="Picture 4" descr="Scrivania con oggetti per la produttività">
            <a:extLst>
              <a:ext uri="{FF2B5EF4-FFF2-40B4-BE49-F238E27FC236}">
                <a16:creationId xmlns:a16="http://schemas.microsoft.com/office/drawing/2014/main" id="{382043FD-F7AF-D85C-4024-75532E70F3F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8210" r="12960" b="-1"/>
          <a:stretch>
            <a:fillRect/>
          </a:stretch>
        </p:blipFill>
        <p:spPr>
          <a:xfrm>
            <a:off x="20" y="10"/>
            <a:ext cx="6044164" cy="6857990"/>
          </a:xfrm>
          <a:prstGeom prst="rect">
            <a:avLst/>
          </a:prstGeom>
        </p:spPr>
      </p:pic>
      <p:cxnSp>
        <p:nvCxnSpPr>
          <p:cNvPr id="8" name="Straight Connector 10">
            <a:extLst>
              <a:ext uri="{FF2B5EF4-FFF2-40B4-BE49-F238E27FC236}">
                <a16:creationId xmlns:a16="http://schemas.microsoft.com/office/drawing/2014/main" id="{511FC409-B3C2-4F68-865C-C5333D6F27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781300" y="723900"/>
            <a:ext cx="4610075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CC58E3EA-1139-78EB-5A5F-F4C4451E05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96186" y="2221992"/>
            <a:ext cx="4800600" cy="373989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it-IT" dirty="0"/>
              <a:t>Funzionalità principali :</a:t>
            </a:r>
          </a:p>
          <a:p>
            <a:pPr marL="0" indent="0">
              <a:buNone/>
            </a:pPr>
            <a:r>
              <a:rPr lang="it-IT" dirty="0"/>
              <a:t> - Registrazione  utente </a:t>
            </a:r>
          </a:p>
          <a:p>
            <a:pPr marL="0" indent="0">
              <a:buNone/>
            </a:pPr>
            <a:r>
              <a:rPr lang="it-IT" dirty="0"/>
              <a:t> - Creazione budget mensile  </a:t>
            </a:r>
          </a:p>
          <a:p>
            <a:pPr marL="0" indent="0">
              <a:buNone/>
            </a:pPr>
            <a:r>
              <a:rPr lang="it-IT" dirty="0"/>
              <a:t> - Gestione categorie</a:t>
            </a:r>
          </a:p>
          <a:p>
            <a:pPr marL="0" indent="0">
              <a:buNone/>
            </a:pPr>
            <a:r>
              <a:rPr lang="it-IT" dirty="0"/>
              <a:t> - Allocazione automatica del budget</a:t>
            </a:r>
          </a:p>
          <a:p>
            <a:pPr marL="0" indent="0">
              <a:buNone/>
            </a:pPr>
            <a:r>
              <a:rPr lang="it-IT" dirty="0"/>
              <a:t> - Registrazione spese</a:t>
            </a:r>
          </a:p>
          <a:p>
            <a:pPr marL="0" indent="0">
              <a:buNone/>
            </a:pPr>
            <a:r>
              <a:rPr lang="it-IT" dirty="0"/>
              <a:t> - Aggiornamento automatico del saldo</a:t>
            </a:r>
          </a:p>
          <a:p>
            <a:pPr marL="0" indent="0">
              <a:buNone/>
            </a:pPr>
            <a:r>
              <a:rPr lang="it-IT" dirty="0"/>
              <a:t> - Generazione report finale</a:t>
            </a:r>
          </a:p>
        </p:txBody>
      </p:sp>
      <p:cxnSp>
        <p:nvCxnSpPr>
          <p:cNvPr id="10" name="Straight Connector 12">
            <a:extLst>
              <a:ext uri="{FF2B5EF4-FFF2-40B4-BE49-F238E27FC236}">
                <a16:creationId xmlns:a16="http://schemas.microsoft.com/office/drawing/2014/main" id="{B810270D-76A7-44B3-9746-7EDF578860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781300" y="6142781"/>
            <a:ext cx="461007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319930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75B30081-808F-E56C-ACE3-860C027023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3400" y="908651"/>
            <a:ext cx="4937004" cy="405868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6500" dirty="0"/>
              <a:t>  </a:t>
            </a:r>
            <a:r>
              <a:rPr lang="en-US" sz="2800" dirty="0"/>
              <a:t>class diagram       </a:t>
            </a:r>
            <a:r>
              <a:rPr lang="en-US" sz="3200" dirty="0"/>
              <a:t>               </a:t>
            </a:r>
            <a:r>
              <a:rPr lang="en-US" sz="6500" dirty="0"/>
              <a:t>                            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Segnaposto contenuto 6">
            <a:extLst>
              <a:ext uri="{FF2B5EF4-FFF2-40B4-BE49-F238E27FC236}">
                <a16:creationId xmlns:a16="http://schemas.microsoft.com/office/drawing/2014/main" id="{572BF946-706E-63DC-F038-6DF00ED5A1F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6369" r="-1" b="12082"/>
          <a:stretch>
            <a:fillRect/>
          </a:stretch>
        </p:blipFill>
        <p:spPr>
          <a:xfrm>
            <a:off x="6326272" y="10"/>
            <a:ext cx="5865727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60398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2B7AA30C-A3A1-5C29-2988-97651F370D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96186" y="909637"/>
            <a:ext cx="4800600" cy="1307592"/>
          </a:xfrm>
        </p:spPr>
        <p:txBody>
          <a:bodyPr>
            <a:normAutofit/>
          </a:bodyPr>
          <a:lstStyle/>
          <a:p>
            <a:r>
              <a:rPr lang="it-IT" dirty="0"/>
              <a:t>use case </a:t>
            </a:r>
            <a:r>
              <a:rPr lang="it-IT" dirty="0" err="1"/>
              <a:t>diagram</a:t>
            </a:r>
            <a:endParaRPr lang="it-IT" dirty="0"/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680C5BE8-7822-92B7-E26C-46AFA0FA5D8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711" r="4747" b="-1"/>
          <a:stretch>
            <a:fillRect/>
          </a:stretch>
        </p:blipFill>
        <p:spPr>
          <a:xfrm>
            <a:off x="20" y="10"/>
            <a:ext cx="6044164" cy="6857990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11FC409-B3C2-4F68-865C-C5333D6F27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781300" y="723900"/>
            <a:ext cx="4610075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F887632E-9A5A-CEC5-EC2D-880C91915E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96186" y="2221992"/>
            <a:ext cx="4800600" cy="373989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it-IT" dirty="0"/>
              <a:t>Le funzionalità principali sono:</a:t>
            </a:r>
          </a:p>
          <a:p>
            <a:r>
              <a:rPr lang="it-IT" dirty="0"/>
              <a:t>Creare budget </a:t>
            </a:r>
          </a:p>
          <a:p>
            <a:r>
              <a:rPr lang="it-IT" dirty="0"/>
              <a:t>Registrare spese</a:t>
            </a:r>
          </a:p>
          <a:p>
            <a:r>
              <a:rPr lang="it-IT" dirty="0"/>
              <a:t>Gestire più spese</a:t>
            </a:r>
          </a:p>
          <a:p>
            <a:r>
              <a:rPr lang="it-IT" dirty="0"/>
              <a:t>Visualizzare report</a:t>
            </a:r>
          </a:p>
          <a:p>
            <a:r>
              <a:rPr lang="it-IT" dirty="0"/>
              <a:t>Allocare budget </a:t>
            </a:r>
          </a:p>
          <a:p>
            <a:pPr marL="0" indent="0">
              <a:buNone/>
            </a:pPr>
            <a:r>
              <a:rPr lang="it-IT" dirty="0"/>
              <a:t> 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810270D-76A7-44B3-9746-7EDF578860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781300" y="6142781"/>
            <a:ext cx="461007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941481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AD64759E-8A9A-456D-C89F-B0546AD43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42672" y="909638"/>
            <a:ext cx="5848694" cy="1318062"/>
          </a:xfrm>
        </p:spPr>
        <p:txBody>
          <a:bodyPr>
            <a:normAutofit/>
          </a:bodyPr>
          <a:lstStyle/>
          <a:p>
            <a:r>
              <a:rPr lang="it-IT" dirty="0"/>
              <a:t>                         </a:t>
            </a:r>
            <a:r>
              <a:rPr lang="it-IT">
                <a:latin typeface="Angsana New" panose="02020603050405020304" pitchFamily="18" charset="-34"/>
                <a:cs typeface="Angsana New" panose="02020603050405020304" pitchFamily="18" charset="-34"/>
              </a:rPr>
              <a:t>STRUTTURA DEL PROGETTO</a:t>
            </a: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6E19417B-1C2E-958C-C160-BA1D8BB9C1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1464" y="585225"/>
            <a:ext cx="2272284" cy="5548875"/>
          </a:xfrm>
          <a:prstGeom prst="rect">
            <a:avLst/>
          </a:prstGeom>
        </p:spPr>
      </p:pic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D2E57F3D-33BE-4306-87E6-2457637195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880661" y="723900"/>
            <a:ext cx="16002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Segnaposto contenuto 2">
            <a:extLst>
              <a:ext uri="{FF2B5EF4-FFF2-40B4-BE49-F238E27FC236}">
                <a16:creationId xmlns:a16="http://schemas.microsoft.com/office/drawing/2014/main" id="{0137705E-E3E2-6BE2-4024-F2784DFD97F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06432160"/>
              </p:ext>
            </p:extLst>
          </p:nvPr>
        </p:nvGraphicFramePr>
        <p:xfrm>
          <a:off x="5742672" y="2276474"/>
          <a:ext cx="5848694" cy="388502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1464814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8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86A0946B-8E32-AEDA-2629-3A12EDE6BE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400"/>
            <a:ext cx="5195889" cy="1316736"/>
          </a:xfrm>
        </p:spPr>
        <p:txBody>
          <a:bodyPr>
            <a:normAutofit/>
          </a:bodyPr>
          <a:lstStyle/>
          <a:p>
            <a:r>
              <a:rPr lang="it-IT">
                <a:latin typeface="Angsana New" panose="02020603050405020304" pitchFamily="18" charset="-34"/>
                <a:cs typeface="Angsana New" panose="02020603050405020304" pitchFamily="18" charset="-34"/>
              </a:rPr>
              <a:t>              	           IMPLEMENTAZIONE</a:t>
            </a:r>
          </a:p>
        </p:txBody>
      </p:sp>
      <p:cxnSp>
        <p:nvCxnSpPr>
          <p:cNvPr id="16" name="Straight Connector 10">
            <a:extLst>
              <a:ext uri="{FF2B5EF4-FFF2-40B4-BE49-F238E27FC236}">
                <a16:creationId xmlns:a16="http://schemas.microsoft.com/office/drawing/2014/main" id="{F2B951FD-94F7-E138-3EC2-A66A551D91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2376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32F4EB8-DDC2-6315-CA6D-2049D1A61C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4088" y="2231136"/>
            <a:ext cx="5195889" cy="393192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it-IT"/>
              <a:t>  Il progetto è stato sviluppato in </a:t>
            </a:r>
            <a:r>
              <a:rPr lang="it-IT" err="1"/>
              <a:t>python</a:t>
            </a:r>
            <a:r>
              <a:rPr lang="it-IT"/>
              <a:t> 3 utilizzando una struttura modulare basata sulla programmazione </a:t>
            </a:r>
            <a:r>
              <a:rPr lang="it-IT" err="1"/>
              <a:t>object-oriented</a:t>
            </a:r>
            <a:r>
              <a:rPr lang="it-IT"/>
              <a:t>. L’interazione con l’utente avviene tramite terminale attraverso un menu testuale </a:t>
            </a:r>
          </a:p>
        </p:txBody>
      </p:sp>
      <p:pic>
        <p:nvPicPr>
          <p:cNvPr id="17" name="Picture 4" descr="Circuito stampato brillante">
            <a:extLst>
              <a:ext uri="{FF2B5EF4-FFF2-40B4-BE49-F238E27FC236}">
                <a16:creationId xmlns:a16="http://schemas.microsoft.com/office/drawing/2014/main" id="{8C1064AD-B5AA-B046-1C70-7B7D16A5CBB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3371" r="10456" b="-2"/>
          <a:stretch>
            <a:fillRect/>
          </a:stretch>
        </p:blipFill>
        <p:spPr>
          <a:xfrm>
            <a:off x="6420752" y="-1"/>
            <a:ext cx="5771248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05868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2E3D36E2-CA3D-749C-DD64-3C0EB1D411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400"/>
            <a:ext cx="10780776" cy="1180210"/>
          </a:xfrm>
        </p:spPr>
        <p:txBody>
          <a:bodyPr>
            <a:normAutofit/>
          </a:bodyPr>
          <a:lstStyle/>
          <a:p>
            <a:r>
              <a:rPr lang="it-IT" dirty="0">
                <a:latin typeface="Angsana New" panose="02020603050405020304" pitchFamily="18" charset="-34"/>
                <a:cs typeface="Angsana New" panose="02020603050405020304" pitchFamily="18" charset="-34"/>
              </a:rPr>
              <a:t>     					TESTING</a:t>
            </a:r>
            <a:endParaRPr lang="it-IT"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E495065-8864-87FB-2BCC-254769963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2376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Immagine 5">
            <a:extLst>
              <a:ext uri="{FF2B5EF4-FFF2-40B4-BE49-F238E27FC236}">
                <a16:creationId xmlns:a16="http://schemas.microsoft.com/office/drawing/2014/main" id="{EA4A445C-CEF4-C051-DB42-DB8F01F675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098" y="3374229"/>
            <a:ext cx="5549902" cy="2788825"/>
          </a:xfrm>
          <a:prstGeom prst="rect">
            <a:avLst/>
          </a:prstGeom>
        </p:spPr>
      </p:pic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AA17FEB-4037-83E0-8E63-7430ACC294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64960" y="2346960"/>
            <a:ext cx="4819903" cy="377545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it-IT"/>
              <a:t>Sono stati effettuati test tramite il modulo </a:t>
            </a:r>
            <a:r>
              <a:rPr lang="it-IT" err="1"/>
              <a:t>unittest</a:t>
            </a:r>
            <a:r>
              <a:rPr lang="it-IT"/>
              <a:t> di </a:t>
            </a:r>
            <a:r>
              <a:rPr lang="it-IT" err="1"/>
              <a:t>python</a:t>
            </a:r>
            <a:r>
              <a:rPr lang="it-IT"/>
              <a:t> per verificare :</a:t>
            </a:r>
          </a:p>
          <a:p>
            <a:pPr>
              <a:buFontTx/>
              <a:buChar char="-"/>
            </a:pPr>
            <a:r>
              <a:rPr lang="it-IT"/>
              <a:t>Creazione del budget</a:t>
            </a:r>
          </a:p>
          <a:p>
            <a:pPr>
              <a:buFontTx/>
              <a:buChar char="-"/>
            </a:pPr>
            <a:r>
              <a:rPr lang="it-IT"/>
              <a:t>Gestione delle categorie</a:t>
            </a:r>
          </a:p>
          <a:p>
            <a:pPr>
              <a:buFontTx/>
              <a:buChar char="-"/>
            </a:pPr>
            <a:r>
              <a:rPr lang="it-IT"/>
              <a:t>Registrazione delle spese</a:t>
            </a:r>
          </a:p>
          <a:p>
            <a:pPr>
              <a:buFontTx/>
              <a:buChar char="-"/>
            </a:pPr>
            <a:r>
              <a:rPr lang="it-IT"/>
              <a:t>Corretto funzionamento delle principali classi </a:t>
            </a:r>
          </a:p>
        </p:txBody>
      </p:sp>
    </p:spTree>
    <p:extLst>
      <p:ext uri="{BB962C8B-B14F-4D97-AF65-F5344CB8AC3E}">
        <p14:creationId xmlns:p14="http://schemas.microsoft.com/office/powerpoint/2010/main" val="20575169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16CD4C0-169A-C7ED-E104-A7609E7C23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CONCLUSIONI 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0B16922-DA0E-DCA1-5494-06F684FAFC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it-IT" dirty="0"/>
              <a:t>Il progetto SMART_SALARY consente una gestione strutturata del budget personale mediante tecniche di ingegneria del software e programmazione orientata agli oggetti.</a:t>
            </a:r>
          </a:p>
          <a:p>
            <a:pPr marL="0" indent="0">
              <a:buNone/>
            </a:pPr>
            <a:r>
              <a:rPr lang="it-IT" dirty="0"/>
              <a:t>Il sistema consente possibili sviluppi futuri:</a:t>
            </a:r>
          </a:p>
          <a:p>
            <a:r>
              <a:rPr lang="it-IT" dirty="0"/>
              <a:t>Salvataggio su database</a:t>
            </a:r>
          </a:p>
          <a:p>
            <a:r>
              <a:rPr lang="it-IT" dirty="0"/>
              <a:t>Interfaccia grafica </a:t>
            </a:r>
          </a:p>
          <a:p>
            <a:r>
              <a:rPr lang="it-IT" dirty="0"/>
              <a:t>Gestione di più utenti </a:t>
            </a:r>
          </a:p>
          <a:p>
            <a:r>
              <a:rPr lang="it-IT" dirty="0"/>
              <a:t>Analisi statistiche delle spese </a:t>
            </a:r>
          </a:p>
        </p:txBody>
      </p:sp>
    </p:spTree>
    <p:extLst>
      <p:ext uri="{BB962C8B-B14F-4D97-AF65-F5344CB8AC3E}">
        <p14:creationId xmlns:p14="http://schemas.microsoft.com/office/powerpoint/2010/main" val="4276916751"/>
      </p:ext>
    </p:extLst>
  </p:cSld>
  <p:clrMapOvr>
    <a:masterClrMapping/>
  </p:clrMapOvr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docMetadata/LabelInfo.xml><?xml version="1.0" encoding="utf-8"?>
<clbl:labelList xmlns:clbl="http://schemas.microsoft.com/office/2020/mipLabelMetadata">
  <clbl:label id="{117b418d-fb21-416f-a85f-1e9ff725bf2c}" enabled="0" method="" siteId="{117b418d-fb21-416f-a85f-1e9ff725bf2c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332</TotalTime>
  <Words>262</Words>
  <Application>Microsoft Macintosh PowerPoint</Application>
  <PresentationFormat>Widescreen</PresentationFormat>
  <Paragraphs>51</Paragraphs>
  <Slides>9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5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9</vt:i4>
      </vt:variant>
    </vt:vector>
  </HeadingPairs>
  <TitlesOfParts>
    <vt:vector size="15" baseType="lpstr">
      <vt:lpstr>Angsana New</vt:lpstr>
      <vt:lpstr>Arial</vt:lpstr>
      <vt:lpstr>Bodoni 72 Book</vt:lpstr>
      <vt:lpstr>Calisto MT</vt:lpstr>
      <vt:lpstr>Univers Condensed</vt:lpstr>
      <vt:lpstr>ChronicleVTI</vt:lpstr>
      <vt:lpstr>Sistema di gestione intelligente dello stipendio</vt:lpstr>
      <vt:lpstr>                         PROBLEMA E OBIETTIVO</vt:lpstr>
      <vt:lpstr>                               REQUISITI PRINCIPALI</vt:lpstr>
      <vt:lpstr>  class diagram                                                  </vt:lpstr>
      <vt:lpstr>use case diagram</vt:lpstr>
      <vt:lpstr>                         STRUTTURA DEL PROGETTO</vt:lpstr>
      <vt:lpstr>                          IMPLEMENTAZIONE</vt:lpstr>
      <vt:lpstr>          TESTING</vt:lpstr>
      <vt:lpstr>CONCLUSIONI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DJOUAKA PAZEU FRANK LOIC</dc:creator>
  <cp:lastModifiedBy>DJOUAKA PAZEU FRANK LOIC</cp:lastModifiedBy>
  <cp:revision>3</cp:revision>
  <dcterms:created xsi:type="dcterms:W3CDTF">2026-05-22T16:03:03Z</dcterms:created>
  <dcterms:modified xsi:type="dcterms:W3CDTF">2026-06-18T18:58:40Z</dcterms:modified>
</cp:coreProperties>
</file>